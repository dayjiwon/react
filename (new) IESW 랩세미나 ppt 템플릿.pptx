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7" r:id="rId2"/>
    <p:sldMasterId id="2147483669" r:id="rId3"/>
  </p:sldMasterIdLst>
  <p:notesMasterIdLst>
    <p:notesMasterId r:id="rId12"/>
  </p:notesMasterIdLst>
  <p:sldIdLst>
    <p:sldId id="683" r:id="rId4"/>
    <p:sldId id="684" r:id="rId5"/>
    <p:sldId id="692" r:id="rId6"/>
    <p:sldId id="688" r:id="rId7"/>
    <p:sldId id="693" r:id="rId8"/>
    <p:sldId id="694" r:id="rId9"/>
    <p:sldId id="695" r:id="rId10"/>
    <p:sldId id="696" r:id="rId11"/>
  </p:sldIdLst>
  <p:sldSz cx="12192000" cy="6858000"/>
  <p:notesSz cx="6858000" cy="9144000"/>
  <p:embeddedFontLst>
    <p:embeddedFont>
      <p:font typeface="HY견고딕" panose="02030600000101010101" pitchFamily="18" charset="-127"/>
      <p:regular r:id="rId13"/>
    </p:embeddedFont>
    <p:embeddedFont>
      <p:font typeface="맑은 고딕" panose="020B0503020000020004" pitchFamily="34" charset="-127"/>
      <p:regular r:id="rId14"/>
      <p:bold r:id="rId15"/>
    </p:embeddedFont>
  </p:embeddedFontLst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86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B35B76-3671-CA4D-A876-6894AFB20E45}" v="2" dt="2024-01-25T05:26:53.300"/>
  </p1510:revLst>
</p1510:revInfo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보통 스타일 3 - 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53" autoAdjust="0"/>
    <p:restoredTop sz="83525" autoAdjust="0"/>
  </p:normalViewPr>
  <p:slideViewPr>
    <p:cSldViewPr snapToGrid="0" snapToObjects="1">
      <p:cViewPr varScale="1">
        <p:scale>
          <a:sx n="100" d="100"/>
          <a:sy n="100" d="100"/>
        </p:scale>
        <p:origin x="1296" y="160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notesViewPr>
    <p:cSldViewPr snapToGrid="0" snapToObjects="1">
      <p:cViewPr varScale="1">
        <p:scale>
          <a:sx n="122" d="100"/>
          <a:sy n="122" d="100"/>
        </p:scale>
        <p:origin x="4932" y="1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microsoft.com/office/2015/10/relationships/revisionInfo" Target="revisionInfo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font" Target="fonts/font3.fntdata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박지원" userId="2d9c7386-6acd-4f41-9e76-ffa907fb1304" providerId="ADAL" clId="{BCB35B76-3671-CA4D-A876-6894AFB20E45}"/>
    <pc:docChg chg="undo custSel addSld delSld modSld">
      <pc:chgData name="박지원" userId="2d9c7386-6acd-4f41-9e76-ffa907fb1304" providerId="ADAL" clId="{BCB35B76-3671-CA4D-A876-6894AFB20E45}" dt="2024-01-25T05:26:53.296" v="7"/>
      <pc:docMkLst>
        <pc:docMk/>
      </pc:docMkLst>
      <pc:sldChg chg="add del">
        <pc:chgData name="박지원" userId="2d9c7386-6acd-4f41-9e76-ffa907fb1304" providerId="ADAL" clId="{BCB35B76-3671-CA4D-A876-6894AFB20E45}" dt="2024-01-25T05:26:52.791" v="5" actId="2696"/>
        <pc:sldMkLst>
          <pc:docMk/>
          <pc:sldMk cId="0" sldId="683"/>
        </pc:sldMkLst>
      </pc:sldChg>
      <pc:sldChg chg="add del">
        <pc:chgData name="박지원" userId="2d9c7386-6acd-4f41-9e76-ffa907fb1304" providerId="ADAL" clId="{BCB35B76-3671-CA4D-A876-6894AFB20E45}" dt="2024-01-25T05:26:53.296" v="7"/>
        <pc:sldMkLst>
          <pc:docMk/>
          <pc:sldMk cId="0" sldId="697"/>
        </pc:sldMkLst>
      </pc:sldChg>
      <pc:sldChg chg="modSp add del mod">
        <pc:chgData name="박지원" userId="2d9c7386-6acd-4f41-9e76-ffa907fb1304" providerId="ADAL" clId="{BCB35B76-3671-CA4D-A876-6894AFB20E45}" dt="2024-01-25T05:26:53.296" v="7"/>
        <pc:sldMkLst>
          <pc:docMk/>
          <pc:sldMk cId="794721088" sldId="698"/>
        </pc:sldMkLst>
        <pc:spChg chg="mod">
          <ac:chgData name="박지원" userId="2d9c7386-6acd-4f41-9e76-ffa907fb1304" providerId="ADAL" clId="{BCB35B76-3671-CA4D-A876-6894AFB20E45}" dt="2024-01-25T05:26:53.296" v="7"/>
          <ac:spMkLst>
            <pc:docMk/>
            <pc:sldMk cId="794721088" sldId="698"/>
            <ac:spMk id="3" creationId="{EDA3F8EC-EE6B-3041-8975-35C757B55CB7}"/>
          </ac:spMkLst>
        </pc:spChg>
      </pc:sldChg>
      <pc:sldChg chg="modSp add del mod">
        <pc:chgData name="박지원" userId="2d9c7386-6acd-4f41-9e76-ffa907fb1304" providerId="ADAL" clId="{BCB35B76-3671-CA4D-A876-6894AFB20E45}" dt="2024-01-25T05:26:53.296" v="7"/>
        <pc:sldMkLst>
          <pc:docMk/>
          <pc:sldMk cId="603601565" sldId="699"/>
        </pc:sldMkLst>
        <pc:spChg chg="mod">
          <ac:chgData name="박지원" userId="2d9c7386-6acd-4f41-9e76-ffa907fb1304" providerId="ADAL" clId="{BCB35B76-3671-CA4D-A876-6894AFB20E45}" dt="2024-01-25T05:26:53.296" v="7"/>
          <ac:spMkLst>
            <pc:docMk/>
            <pc:sldMk cId="603601565" sldId="699"/>
            <ac:spMk id="3" creationId="{EDA3F8EC-EE6B-3041-8975-35C757B55CB7}"/>
          </ac:spMkLst>
        </pc:spChg>
      </pc:sldChg>
      <pc:sldChg chg="modSp add del mod">
        <pc:chgData name="박지원" userId="2d9c7386-6acd-4f41-9e76-ffa907fb1304" providerId="ADAL" clId="{BCB35B76-3671-CA4D-A876-6894AFB20E45}" dt="2024-01-25T05:26:53.296" v="7"/>
        <pc:sldMkLst>
          <pc:docMk/>
          <pc:sldMk cId="2372959559" sldId="700"/>
        </pc:sldMkLst>
        <pc:spChg chg="mod">
          <ac:chgData name="박지원" userId="2d9c7386-6acd-4f41-9e76-ffa907fb1304" providerId="ADAL" clId="{BCB35B76-3671-CA4D-A876-6894AFB20E45}" dt="2024-01-25T05:26:53.296" v="7"/>
          <ac:spMkLst>
            <pc:docMk/>
            <pc:sldMk cId="2372959559" sldId="700"/>
            <ac:spMk id="3" creationId="{EDA3F8EC-EE6B-3041-8975-35C757B55CB7}"/>
          </ac:spMkLst>
        </pc:spChg>
      </pc:sldChg>
      <pc:sldChg chg="add del">
        <pc:chgData name="박지원" userId="2d9c7386-6acd-4f41-9e76-ffa907fb1304" providerId="ADAL" clId="{BCB35B76-3671-CA4D-A876-6894AFB20E45}" dt="2024-01-25T05:26:53.296" v="7"/>
        <pc:sldMkLst>
          <pc:docMk/>
          <pc:sldMk cId="3288673567" sldId="701"/>
        </pc:sldMkLst>
      </pc:sldChg>
      <pc:sldChg chg="add del">
        <pc:chgData name="박지원" userId="2d9c7386-6acd-4f41-9e76-ffa907fb1304" providerId="ADAL" clId="{BCB35B76-3671-CA4D-A876-6894AFB20E45}" dt="2024-01-25T05:26:53.296" v="7"/>
        <pc:sldMkLst>
          <pc:docMk/>
          <pc:sldMk cId="4225071805" sldId="702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11.375" units="1/deg"/>
          <inkml:channelProperty channel="T" name="resolution" value="1" units="1/dev"/>
        </inkml:channelProperties>
      </inkml:inkSource>
      <inkml:timestamp xml:id="ts0" timeString="2022-12-11T04:59:49.3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12951 7913 13 0,'0'0'0'2,"0"0"0"-2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148F3D-7A1F-CC4E-B158-476A166C8C03}" type="datetimeFigureOut">
              <a:rPr lang="en-KR" smtClean="0"/>
              <a:t>1/25/24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5DBC31-42DD-E240-99FE-194EDA0D0601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005872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07950" y="739775"/>
            <a:ext cx="6581775" cy="37036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034C4DD-B5F0-4D19-90EF-C93D91509D9D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7785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5DBC31-42DD-E240-99FE-194EDA0D0601}" type="slidenum">
              <a:rPr kumimoji="0" lang="en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24111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5DBC31-42DD-E240-99FE-194EDA0D0601}" type="slidenum">
              <a:rPr kumimoji="0" lang="en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18155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5DBC31-42DD-E240-99FE-194EDA0D0601}" type="slidenum">
              <a:rPr kumimoji="0" lang="en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06309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5DBC31-42DD-E240-99FE-194EDA0D0601}" type="slidenum">
              <a:rPr kumimoji="0" lang="en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30175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5DBC31-42DD-E240-99FE-194EDA0D0601}" type="slidenum">
              <a:rPr kumimoji="0" lang="en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18021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5DBC31-42DD-E240-99FE-194EDA0D0601}" type="slidenum">
              <a:rPr kumimoji="0" lang="en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69798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F5DBC31-42DD-E240-99FE-194EDA0D0601}" type="slidenum">
              <a:rPr kumimoji="0" lang="en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7907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BF5B1-2D81-984F-A38D-1126E0FED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6591" y="1122363"/>
            <a:ext cx="11131826" cy="1272967"/>
          </a:xfrm>
        </p:spPr>
        <p:txBody>
          <a:bodyPr anchor="b"/>
          <a:lstStyle>
            <a:lvl1pPr algn="ctr">
              <a:defRPr sz="60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K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46BA99-8FD2-054E-9067-25A178E03B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39948" y="3602037"/>
            <a:ext cx="5277678" cy="262979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3312982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FAD11-78E3-784F-8298-7F1CC10C3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  <a:endParaRPr lang="en-K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09D0F-50F5-C848-8D8B-EDA03F4FC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DAEAE-A9F3-124A-B653-EE02C1A0A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12661-B7F3-9E48-9A31-7CD273F61DB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697238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407F8-E230-4741-A9AB-E148799E8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EEA341-4B26-4C45-8667-BA279CD4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12661-B7F3-9E48-9A31-7CD273F61DB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47025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ChangeArrowheads="1"/>
          </p:cNvSpPr>
          <p:nvPr/>
        </p:nvSpPr>
        <p:spPr bwMode="gray">
          <a:xfrm>
            <a:off x="2882901" y="6408738"/>
            <a:ext cx="6379633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defRPr/>
            </a:pPr>
            <a:endParaRPr lang="ko-KR" altLang="ko-KR" sz="1000" noProof="1"/>
          </a:p>
        </p:txBody>
      </p:sp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9360364" y="217881"/>
            <a:ext cx="193033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ko-KR" sz="1600" b="1" dirty="0">
                <a:latin typeface="맑은 고딕" panose="020B0503020000020004" pitchFamily="50" charset="-127"/>
                <a:ea typeface="굴림" pitchFamily="50" charset="-127"/>
              </a:rPr>
              <a:t>Operating System</a:t>
            </a:r>
            <a:endParaRPr lang="ko-KR" altLang="en-US" sz="1600" b="1" dirty="0">
              <a:latin typeface="맑은 고딕" panose="020B0503020000020004" pitchFamily="50" charset="-127"/>
              <a:ea typeface="굴림" pitchFamily="50" charset="-127"/>
            </a:endParaRPr>
          </a:p>
        </p:txBody>
      </p:sp>
      <p:sp>
        <p:nvSpPr>
          <p:cNvPr id="31754" name="Rectangle 7"/>
          <p:cNvSpPr>
            <a:spLocks noGrp="1" noChangeArrowheads="1"/>
          </p:cNvSpPr>
          <p:nvPr>
            <p:ph type="ctrTitle"/>
          </p:nvPr>
        </p:nvSpPr>
        <p:spPr>
          <a:xfrm>
            <a:off x="1225358" y="1536006"/>
            <a:ext cx="9980084" cy="1604962"/>
          </a:xfrm>
        </p:spPr>
        <p:txBody>
          <a:bodyPr/>
          <a:lstStyle>
            <a:lvl1pPr algn="ctr">
              <a:defRPr sz="4000" smtClean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noProof="0" dirty="0"/>
              <a:t>Titelmasterformat durch Klicken bearbeiten</a:t>
            </a:r>
          </a:p>
        </p:txBody>
      </p:sp>
      <p:sp>
        <p:nvSpPr>
          <p:cNvPr id="31755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2907757" y="4293097"/>
            <a:ext cx="6932660" cy="1136071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1600" b="1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de-DE" noProof="0" dirty="0"/>
              <a:t>Formatvorlage des Untertitelmasters durch Klicken bearbeiten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ftr" sz="quarter" idx="10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endParaRPr lang="de-DE" altLang="ko-KR"/>
          </a:p>
        </p:txBody>
      </p:sp>
    </p:spTree>
    <p:extLst>
      <p:ext uri="{BB962C8B-B14F-4D97-AF65-F5344CB8AC3E}">
        <p14:creationId xmlns:p14="http://schemas.microsoft.com/office/powerpoint/2010/main" val="3730804339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 bwMode="auto">
          <a:xfrm>
            <a:off x="143934" y="836613"/>
            <a:ext cx="11904133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66700" indent="-266700">
              <a:buClr>
                <a:srgbClr val="FF0000"/>
              </a:buClr>
              <a:defRPr/>
            </a:lvl1pPr>
            <a:lvl2pPr marL="442913" indent="-250825">
              <a:buClr>
                <a:schemeClr val="accent1">
                  <a:lumMod val="50000"/>
                </a:schemeClr>
              </a:buClr>
              <a:buSzPct val="100000"/>
              <a:buFont typeface="Wingdings" pitchFamily="2" charset="2"/>
              <a:buChar char="§"/>
              <a:defRPr sz="1800"/>
            </a:lvl2pPr>
            <a:lvl3pPr marL="561975" indent="-179388">
              <a:buClr>
                <a:srgbClr val="4A83C2"/>
              </a:buClr>
              <a:buFont typeface="Arial" pitchFamily="34" charset="0"/>
              <a:buChar char="•"/>
              <a:defRPr/>
            </a:lvl3pPr>
            <a:lvl4pPr>
              <a:buClr>
                <a:schemeClr val="accent5">
                  <a:lumMod val="75000"/>
                </a:schemeClr>
              </a:buClr>
              <a:defRPr/>
            </a:lvl4pPr>
            <a:lvl5pPr marL="882650" indent="0">
              <a:buNone/>
              <a:defRPr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de-DE" dirty="0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ko-KR"/>
          </a:p>
        </p:txBody>
      </p:sp>
      <p:sp>
        <p:nvSpPr>
          <p:cNvPr id="6" name="슬라이드 번호 개체 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7007ED-B675-41CE-8B3B-A3CE5F4C05C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565763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ko-KR"/>
          </a:p>
        </p:txBody>
      </p:sp>
      <p:sp>
        <p:nvSpPr>
          <p:cNvPr id="5" name="슬라이드 번호 개체 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C3E99F-B1B8-4A1D-B64D-609F35EAFF2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3804724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/>
          <p:cNvCxnSpPr/>
          <p:nvPr userDrawn="1"/>
        </p:nvCxnSpPr>
        <p:spPr bwMode="auto">
          <a:xfrm>
            <a:off x="143934" y="836613"/>
            <a:ext cx="11904133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19100" y="1614489"/>
            <a:ext cx="5581651" cy="43910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203952" y="1614489"/>
            <a:ext cx="5581649" cy="43910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ko-KR"/>
          </a:p>
        </p:txBody>
      </p:sp>
      <p:sp>
        <p:nvSpPr>
          <p:cNvPr id="7" name="슬라이드 번호 개체 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C32D09-E0E5-43CE-82C8-2FA9E252AD08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803714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Rectangle 1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ko-KR"/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D82712-3569-4108-B9BB-5696B617735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2374774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 userDrawn="1"/>
        </p:nvCxnSpPr>
        <p:spPr bwMode="auto">
          <a:xfrm>
            <a:off x="143934" y="836613"/>
            <a:ext cx="11904133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ko-KR"/>
          </a:p>
        </p:txBody>
      </p:sp>
      <p:sp>
        <p:nvSpPr>
          <p:cNvPr id="5" name="슬라이드 번호 개체 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358611-B0A3-4B2F-AEC4-C56AD8C6D36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5721015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 userDrawn="1"/>
        </p:nvCxnSpPr>
        <p:spPr bwMode="auto">
          <a:xfrm>
            <a:off x="143934" y="836613"/>
            <a:ext cx="11904133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" name="Rectangle 10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ko-KR"/>
          </a:p>
        </p:txBody>
      </p:sp>
      <p:sp>
        <p:nvSpPr>
          <p:cNvPr id="4" name="슬라이드 번호 개체 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AC2A99-08CD-4CE8-AB52-264534CD5F0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609788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ko-KR"/>
          </a:p>
        </p:txBody>
      </p:sp>
      <p:sp>
        <p:nvSpPr>
          <p:cNvPr id="6" name="슬라이드 번호 개체 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B79957-A2C3-4459-94F5-839B817F351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4093480"/>
      </p:ext>
    </p:extLst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ko-KR"/>
          </a:p>
        </p:txBody>
      </p:sp>
      <p:sp>
        <p:nvSpPr>
          <p:cNvPr id="6" name="슬라이드 번호 개체 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7834B4-0ECA-4865-B641-283D772C796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3936798"/>
      </p:ext>
    </p:extLst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 bwMode="auto">
          <a:xfrm>
            <a:off x="143934" y="836613"/>
            <a:ext cx="11904133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ko-KR"/>
          </a:p>
        </p:txBody>
      </p:sp>
      <p:sp>
        <p:nvSpPr>
          <p:cNvPr id="6" name="슬라이드 번호 개체 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B5ED2B-BE88-455D-94BE-C700AE6CA92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207534"/>
      </p:ext>
    </p:extLst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945034" y="119063"/>
            <a:ext cx="2840567" cy="5886450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19100" y="119063"/>
            <a:ext cx="8322733" cy="5886450"/>
          </a:xfr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ko-KR"/>
          </a:p>
        </p:txBody>
      </p:sp>
      <p:sp>
        <p:nvSpPr>
          <p:cNvPr id="5" name="슬라이드 번호 개체 틀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807CEF-77FE-4692-A4BD-04AEFC91654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9344410"/>
      </p:ext>
    </p:extLst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3FC6D3-3AA4-D24A-A099-D3600BE118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8FB1470-348F-3B4C-A25D-12FC28019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AEC353-812E-784E-9572-184E5825D2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54F1361-5174-7B4E-ADC9-D16A83938ED7}" type="datetimeFigureOut">
              <a:t>2024. 1. 25.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37716B-0332-E342-B408-6BFFD647E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31D7AF-D7F5-FC46-AFFE-58EC97759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9BA0C-6F91-E045-86CC-B48C2EA27A5D}" type="slidenum">
              <a:t>‹#›</a:t>
            </a:fld>
            <a:endParaRPr kumimoji="1" lang="ko-Kore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5BBE75E-F9B8-46E5-B9AA-2130DB0EEE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2" y="355576"/>
            <a:ext cx="1874520" cy="551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406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13B3D9-8B4B-A54F-B90E-D9C6C2B8B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753160-C8DD-9744-A6A4-518F83AB5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0D0D99-62B5-D549-8BEF-1C64F73807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54F1361-5174-7B4E-ADC9-D16A83938ED7}" type="datetimeFigureOut">
              <a:t>2024. 1. 25.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9ED057-C8A8-A54F-9251-CB83965EE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A9DCDA-F57E-014E-B50F-F097E456C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9BA0C-6F91-E045-86CC-B48C2EA27A5D}" type="slidenum"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9978469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8057B1-9EE7-674C-B92F-B211BE7A5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6F0EE0F-0C6E-6649-A8D9-56316303E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58048A-989F-CC42-BC34-C684B9C947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54F1361-5174-7B4E-ADC9-D16A83938ED7}" type="datetimeFigureOut">
              <a:t>2024. 1. 25.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1871E6-AF25-F749-B1C6-23DBCBF66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A5805A-8088-8A43-8B32-57C3F7664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9BA0C-6F91-E045-86CC-B48C2EA27A5D}" type="slidenum"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461960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A02683-3816-D644-BA20-24A47DCAD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9D4CAD-FB9B-0341-9AD0-78A96C001F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1E58929-E8E3-3D43-8C07-1969778F99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E0F3E5E-3251-4C48-9CAD-B333C247E5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54F1361-5174-7B4E-ADC9-D16A83938ED7}" type="datetimeFigureOut">
              <a:t>2024. 1. 25.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1B53FF-5FE6-9E48-9E98-A87216218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594183C-84EB-5D4C-AD22-F2ED9B242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9BA0C-6F91-E045-86CC-B48C2EA27A5D}" type="slidenum"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1305325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8A593F-CD1F-1749-8047-6DBD067B7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206D22-1C99-E847-AF61-795DF326A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EF7C3A-6179-6449-8CDE-986E9BFA0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5F7CC15-A20B-AE40-AEAA-B404133C0E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3EFD051-6A38-7240-9CFE-EAF46EE945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C474939-57F0-BF4E-B736-DC3A394706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54F1361-5174-7B4E-ADC9-D16A83938ED7}" type="datetimeFigureOut">
              <a:t>2024. 1. 25.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A951495-FAFB-2E4A-B9D1-69BAACE07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B2F988D-3D27-5E4D-AC51-DF656C61F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9BA0C-6F91-E045-86CC-B48C2EA27A5D}" type="slidenum"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5158347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DE5B52-4D19-7241-84C3-AA2DA2B40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782038B-6C2C-0E40-B8F9-AF89DE66F5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54F1361-5174-7B4E-ADC9-D16A83938ED7}" type="datetimeFigureOut">
              <a:t>2024. 1. 25.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47D335E-9CEE-234E-B402-802ABC4C3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FC24686-61BE-6045-BA66-12A399D3B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9BA0C-6F91-E045-86CC-B48C2EA27A5D}" type="slidenum"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311861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16C73E4-EBE4-5A49-A62F-A1C80662DB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54F1361-5174-7B4E-ADC9-D16A83938ED7}" type="datetimeFigureOut">
              <a:t>2024. 1. 25.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DF9869D-BFA3-3E49-9619-35BDA9943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34E4F1-DCA5-1045-B52B-AE0BA2D66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9BA0C-6F91-E045-86CC-B48C2EA27A5D}" type="slidenum"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2210191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C977E1-01EE-B94B-8548-93953088D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E8636E-4A42-8245-A053-31E80DB0B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AC32CB-8571-6D42-8190-2E461CB27E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C26B44-E174-154F-BA01-0B9EAFCBE7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54F1361-5174-7B4E-ADC9-D16A83938ED7}" type="datetimeFigureOut">
              <a:t>2024. 1. 25.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8A7E207-EA43-D64A-90BA-7481EAA39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E619226-9203-784C-8113-2ABC2DBBA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9BA0C-6F91-E045-86CC-B48C2EA27A5D}" type="slidenum"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0752186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7204B6-E739-004A-B29E-68E835E75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4F9F20F-C16E-324B-ABE1-F1E3AAE77B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6CBFEC9-6CE8-AC48-8F98-78886C2D39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D0C6EC-A5F9-124E-ADD4-80A7F018DA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54F1361-5174-7B4E-ADC9-D16A83938ED7}" type="datetimeFigureOut">
              <a:t>2024. 1. 25.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E17461-020B-2544-9990-C30636023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08BCB0-B549-6B4D-BC9B-031430FC8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9BA0C-6F91-E045-86CC-B48C2EA27A5D}" type="slidenum"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001793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93721D-87D9-0841-A5D5-89F97E1EE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48D57A0-B32D-EF44-97D6-DB3376F15D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F6417E-13E7-7440-9F65-D43AD2CADE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54F1361-5174-7B4E-ADC9-D16A83938ED7}" type="datetimeFigureOut">
              <a:t>2024. 1. 25.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15BDFC-D182-3743-8CC7-35D5437BB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BF4BED-2B27-FD4E-85D2-1847FB8E6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9BA0C-6F91-E045-86CC-B48C2EA27A5D}" type="slidenum"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10862309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27664B1-5D8A-4F41-8FE5-A36970F630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FF1FABD-109C-4243-B74B-83FD0E7C93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1B32BB-E357-EF4E-96A6-6DCE16F13E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54F1361-5174-7B4E-ADC9-D16A83938ED7}" type="datetimeFigureOut">
              <a:t>2024. 1. 25.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BCCCC7-E1C4-4C47-8D5C-6613509FF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E8AD73-632E-7040-9429-F73B23463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9BA0C-6F91-E045-86CC-B48C2EA27A5D}" type="slidenum"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49606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B4BB7A-C5A1-094E-AFD4-93E9F25B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87" y="280849"/>
            <a:ext cx="11847443" cy="4001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  <a:endParaRPr lang="en-K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7922E-DB93-9546-B053-8FF067E28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9087" y="864704"/>
            <a:ext cx="11847443" cy="57124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K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E90C3-9E14-3644-BD5A-723F92A28D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5469" y="6474101"/>
            <a:ext cx="4174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A12661-B7F3-9E48-9A31-7CD273F61DB8}" type="slidenum">
              <a:rPr lang="en-KR" smtClean="0"/>
              <a:t>‹#›</a:t>
            </a:fld>
            <a:endParaRPr lang="en-KR"/>
          </a:p>
        </p:txBody>
      </p:sp>
      <p:pic>
        <p:nvPicPr>
          <p:cNvPr id="11" name="Picture 8" descr="blue-stripe.gif">
            <a:extLst>
              <a:ext uri="{FF2B5EF4-FFF2-40B4-BE49-F238E27FC236}">
                <a16:creationId xmlns:a16="http://schemas.microsoft.com/office/drawing/2014/main" id="{6C573E79-3427-4C88-A407-E4CBEF3351E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r="6303"/>
          <a:stretch>
            <a:fillRect/>
          </a:stretch>
        </p:blipFill>
        <p:spPr bwMode="auto">
          <a:xfrm>
            <a:off x="149087" y="736358"/>
            <a:ext cx="8547100" cy="74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9">
            <a:extLst>
              <a:ext uri="{FF2B5EF4-FFF2-40B4-BE49-F238E27FC236}">
                <a16:creationId xmlns:a16="http://schemas.microsoft.com/office/drawing/2014/main" id="{82092ACB-2672-43B2-9D12-3D69AB92B796}"/>
              </a:ext>
            </a:extLst>
          </p:cNvPr>
          <p:cNvSpPr/>
          <p:nvPr userDrawn="1"/>
        </p:nvSpPr>
        <p:spPr>
          <a:xfrm>
            <a:off x="7222987" y="734770"/>
            <a:ext cx="1473200" cy="76200"/>
          </a:xfrm>
          <a:prstGeom prst="rect">
            <a:avLst/>
          </a:prstGeom>
          <a:solidFill>
            <a:srgbClr val="E8AE0A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950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Grp="1" noChangeArrowheads="1"/>
          </p:cNvSpPr>
          <p:nvPr>
            <p:ph type="title"/>
          </p:nvPr>
        </p:nvSpPr>
        <p:spPr bwMode="gray">
          <a:xfrm>
            <a:off x="419100" y="119064"/>
            <a:ext cx="11387667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ko-KR"/>
              <a:t>Klicken Sie, um das Titelformat zu bearbeiten</a:t>
            </a:r>
          </a:p>
        </p:txBody>
      </p:sp>
      <p:sp>
        <p:nvSpPr>
          <p:cNvPr id="11269" name="Rectangle 10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5609167" y="6408738"/>
            <a:ext cx="1790700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Arial" pitchFamily="34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de-DE" altLang="ko-KR"/>
          </a:p>
        </p:txBody>
      </p:sp>
      <p:sp>
        <p:nvSpPr>
          <p:cNvPr id="1028" name="Rectangle 12"/>
          <p:cNvSpPr>
            <a:spLocks noGrp="1" noChangeArrowheads="1"/>
          </p:cNvSpPr>
          <p:nvPr>
            <p:ph type="body" idx="1"/>
          </p:nvPr>
        </p:nvSpPr>
        <p:spPr bwMode="gray">
          <a:xfrm>
            <a:off x="419101" y="1090614"/>
            <a:ext cx="11366500" cy="513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ko-KR"/>
              <a:t>Klicken Sie, um die Formate des Vorlagentextes zu bearbeiten</a:t>
            </a:r>
          </a:p>
          <a:p>
            <a:pPr lvl="1"/>
            <a:r>
              <a:rPr lang="de-DE" altLang="ko-KR"/>
              <a:t>Zweite Ebene</a:t>
            </a:r>
          </a:p>
          <a:p>
            <a:pPr lvl="2"/>
            <a:r>
              <a:rPr lang="de-DE" altLang="ko-KR"/>
              <a:t>Dritte Ebene</a:t>
            </a:r>
          </a:p>
          <a:p>
            <a:pPr lvl="3"/>
            <a:r>
              <a:rPr lang="de-DE" altLang="ko-KR"/>
              <a:t>Vierte Ebene</a:t>
            </a:r>
          </a:p>
          <a:p>
            <a:pPr lvl="4"/>
            <a:r>
              <a:rPr lang="en-US" altLang="ko-KR"/>
              <a:t>vi</a:t>
            </a:r>
          </a:p>
          <a:p>
            <a:pPr lvl="4"/>
            <a:endParaRPr lang="de-DE" altLang="ko-KR"/>
          </a:p>
        </p:txBody>
      </p:sp>
      <p:sp>
        <p:nvSpPr>
          <p:cNvPr id="4" name="TextBox 8"/>
          <p:cNvSpPr txBox="1">
            <a:spLocks noChangeArrowheads="1"/>
          </p:cNvSpPr>
          <p:nvPr userDrawn="1"/>
        </p:nvSpPr>
        <p:spPr bwMode="auto">
          <a:xfrm>
            <a:off x="393701" y="6334125"/>
            <a:ext cx="193033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ko-KR" sz="1600" b="1" dirty="0">
                <a:latin typeface="맑은 고딕" panose="020B0503020000020004" pitchFamily="50" charset="-127"/>
                <a:ea typeface="굴림" pitchFamily="50" charset="-127"/>
              </a:rPr>
              <a:t>Operating System</a:t>
            </a:r>
            <a:endParaRPr lang="ko-KR" altLang="en-US" sz="1600" b="1" dirty="0">
              <a:latin typeface="맑은 고딕" panose="020B0503020000020004" pitchFamily="50" charset="-127"/>
              <a:ea typeface="굴림" pitchFamily="50" charset="-127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0985501" y="6356351"/>
            <a:ext cx="5969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000000"/>
                </a:solidFill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51AB8B2F-22CE-4802-A011-A4FACBB2FDD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2770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transition spd="med">
    <p:fade/>
  </p:transition>
  <p:hf hdr="0" ftr="0" dt="0"/>
  <p:txStyles>
    <p:titleStyle>
      <a:lvl1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rgbClr val="404040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rgbClr val="404040"/>
          </a:solidFill>
          <a:latin typeface="Arial" charset="0"/>
        </a:defRPr>
      </a:lvl2pPr>
      <a:lvl3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rgbClr val="404040"/>
          </a:solidFill>
          <a:latin typeface="Arial" charset="0"/>
        </a:defRPr>
      </a:lvl3pPr>
      <a:lvl4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rgbClr val="404040"/>
          </a:solidFill>
          <a:latin typeface="Arial" charset="0"/>
        </a:defRPr>
      </a:lvl4pPr>
      <a:lvl5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800" b="1">
          <a:solidFill>
            <a:srgbClr val="404040"/>
          </a:solidFill>
          <a:latin typeface="Arial" charset="0"/>
        </a:defRPr>
      </a:lvl5pPr>
      <a:lvl6pPr marL="457200"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</a:defRPr>
      </a:lvl6pPr>
      <a:lvl7pPr marL="914400"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</a:defRPr>
      </a:lvl7pPr>
      <a:lvl8pPr marL="1371600"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</a:defRPr>
      </a:lvl8pPr>
      <a:lvl9pPr marL="1828800"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2400" b="1">
          <a:solidFill>
            <a:srgbClr val="FFFFFF"/>
          </a:solidFill>
          <a:latin typeface="Arial" charset="0"/>
        </a:defRPr>
      </a:lvl9pPr>
    </p:titleStyle>
    <p:bodyStyle>
      <a:lvl1pPr marL="190500" indent="-190500" algn="l" rtl="0" eaLnBrk="0" fontAlgn="base" hangingPunct="0">
        <a:spcBef>
          <a:spcPct val="6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442913" indent="-250825" algn="l" rtl="0" eaLnBrk="0" fontAlgn="base" hangingPunct="0">
        <a:spcBef>
          <a:spcPct val="30000"/>
        </a:spcBef>
        <a:spcAft>
          <a:spcPct val="0"/>
        </a:spcAft>
        <a:buClr>
          <a:schemeClr val="tx2"/>
        </a:buClr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2pPr>
      <a:lvl3pPr marL="561975" indent="-179388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Font typeface="Arial" panose="020B0604020202020204" pitchFamily="34" charset="0"/>
        <a:buChar char="•"/>
        <a:defRPr sz="1600">
          <a:solidFill>
            <a:schemeClr val="tx1"/>
          </a:solidFill>
          <a:latin typeface="+mn-lt"/>
        </a:defRPr>
      </a:lvl3pPr>
      <a:lvl4pPr marL="768350" indent="-204788" algn="l" rtl="0" eaLnBrk="0" fontAlgn="base" hangingPunct="0">
        <a:spcBef>
          <a:spcPct val="30000"/>
        </a:spcBef>
        <a:spcAft>
          <a:spcPct val="0"/>
        </a:spcAft>
        <a:buClr>
          <a:schemeClr val="accent1"/>
        </a:buClr>
        <a:buChar char="-"/>
        <a:defRPr sz="1600">
          <a:solidFill>
            <a:schemeClr val="tx1"/>
          </a:solidFill>
          <a:latin typeface="+mn-lt"/>
        </a:defRPr>
      </a:lvl4pPr>
      <a:lvl5pPr marL="1225550" indent="-342900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SzPct val="80000"/>
        <a:buChar char="-"/>
        <a:defRPr sz="1600">
          <a:solidFill>
            <a:schemeClr val="tx1"/>
          </a:solidFill>
          <a:latin typeface="+mn-lt"/>
        </a:defRPr>
      </a:lvl5pPr>
      <a:lvl6pPr marL="1508125" indent="-168275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»"/>
        <a:defRPr sz="2000">
          <a:solidFill>
            <a:schemeClr val="tx1"/>
          </a:solidFill>
          <a:latin typeface="+mn-lt"/>
        </a:defRPr>
      </a:lvl6pPr>
      <a:lvl7pPr marL="1965325" indent="-168275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»"/>
        <a:defRPr sz="2000">
          <a:solidFill>
            <a:schemeClr val="tx1"/>
          </a:solidFill>
          <a:latin typeface="+mn-lt"/>
        </a:defRPr>
      </a:lvl7pPr>
      <a:lvl8pPr marL="2422525" indent="-168275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»"/>
        <a:defRPr sz="2000">
          <a:solidFill>
            <a:schemeClr val="tx1"/>
          </a:solidFill>
          <a:latin typeface="+mn-lt"/>
        </a:defRPr>
      </a:lvl8pPr>
      <a:lvl9pPr marL="2879725" indent="-168275" algn="l" rtl="0" eaLnBrk="0" fontAlgn="base" hangingPunct="0">
        <a:spcBef>
          <a:spcPct val="40000"/>
        </a:spcBef>
        <a:spcAft>
          <a:spcPct val="0"/>
        </a:spcAft>
        <a:buClr>
          <a:schemeClr val="accent1"/>
        </a:buClr>
        <a:buFont typeface="Wingdings" pitchFamily="2" charset="2"/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26629A7-FF7F-0C40-A093-5EDF95D38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A31384-2AF7-7741-8EAA-AF4E8B01B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89A0DB-11E8-834A-BEAE-B1CE879A04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824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D9BA0C-6F91-E045-86CC-B48C2EA27A5D}" type="slidenum">
              <a:t>‹#›</a:t>
            </a:fld>
            <a:endParaRPr kumimoji="1" lang="ko-Kore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7A5CF5E-4D31-CC46-8903-615638660131}"/>
              </a:ext>
            </a:extLst>
          </p:cNvPr>
          <p:cNvSpPr/>
          <p:nvPr userDrawn="1"/>
        </p:nvSpPr>
        <p:spPr>
          <a:xfrm>
            <a:off x="-11574" y="-6531"/>
            <a:ext cx="12240000" cy="332861"/>
          </a:xfrm>
          <a:prstGeom prst="rect">
            <a:avLst/>
          </a:prstGeom>
          <a:solidFill>
            <a:srgbClr val="0054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/>
          </a:p>
        </p:txBody>
      </p:sp>
      <p:cxnSp>
        <p:nvCxnSpPr>
          <p:cNvPr id="9" name="직선 연결선 12">
            <a:extLst>
              <a:ext uri="{FF2B5EF4-FFF2-40B4-BE49-F238E27FC236}">
                <a16:creationId xmlns:a16="http://schemas.microsoft.com/office/drawing/2014/main" id="{88585517-0061-9141-B0BD-E83A9F2A321C}"/>
              </a:ext>
            </a:extLst>
          </p:cNvPr>
          <p:cNvCxnSpPr>
            <a:cxnSpLocks/>
          </p:cNvCxnSpPr>
          <p:nvPr userDrawn="1"/>
        </p:nvCxnSpPr>
        <p:spPr>
          <a:xfrm>
            <a:off x="0" y="6420975"/>
            <a:ext cx="12192000" cy="0"/>
          </a:xfrm>
          <a:prstGeom prst="line">
            <a:avLst/>
          </a:prstGeom>
          <a:ln w="38100">
            <a:solidFill>
              <a:srgbClr val="9E1814">
                <a:alpha val="76078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로고">
            <a:extLst>
              <a:ext uri="{FF2B5EF4-FFF2-40B4-BE49-F238E27FC236}">
                <a16:creationId xmlns:a16="http://schemas.microsoft.com/office/drawing/2014/main" id="{E6AEB05C-92EE-459C-B4F1-0093962002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860" y="6492875"/>
            <a:ext cx="1061858" cy="312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1851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0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095500" y="1435134"/>
            <a:ext cx="8001000" cy="1219201"/>
          </a:xfrm>
          <a:noFill/>
          <a:ln w="9525">
            <a:noFill/>
          </a:ln>
        </p:spPr>
        <p:txBody>
          <a:bodyPr vert="horz" wrap="square" lIns="91440" tIns="45720" rIns="91440" bIns="45720" rtlCol="0" anchor="b">
            <a:normAutofit/>
          </a:bodyPr>
          <a:lstStyle/>
          <a:p>
            <a:pPr latinLnBrk="1"/>
            <a:r>
              <a:rPr lang="en-US" altLang="ko-KR" sz="3600" kern="1200" dirty="0">
                <a:ln w="3175">
                  <a:solidFill>
                    <a:srgbClr val="FFFAEB">
                      <a:alpha val="60000"/>
                    </a:srgbClr>
                  </a:solidFill>
                </a:ln>
                <a:latin typeface="HY견고딕" panose="02030600000101010101" pitchFamily="18" charset="-127"/>
                <a:ea typeface="HY견고딕" panose="02030600000101010101" pitchFamily="18" charset="-127"/>
                <a:cs typeface="+mn-cs"/>
              </a:rPr>
              <a:t>Title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088129" y="3738183"/>
            <a:ext cx="4015740" cy="726526"/>
          </a:xfrm>
        </p:spPr>
        <p:txBody>
          <a:bodyPr vert="horz" lIns="91440" tIns="45720" rIns="91440" bIns="45720" rtlCol="0" anchor="t">
            <a:noAutofit/>
          </a:bodyPr>
          <a:lstStyle/>
          <a:p>
            <a:pPr eaLnBrk="1" latinLnBrk="1" hangingPunct="1">
              <a:spcBef>
                <a:spcPts val="1000"/>
              </a:spcBef>
              <a:buFont typeface="Arial" panose="020B0604020202020204" pitchFamily="34" charset="0"/>
            </a:pPr>
            <a:endParaRPr lang="en-US" altLang="ko-KR" sz="1800" b="1" dirty="0">
              <a:ln w="3175">
                <a:solidFill>
                  <a:srgbClr val="FFFAEB">
                    <a:alpha val="18000"/>
                  </a:srgb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pPr eaLnBrk="1" latinLnBrk="1" hangingPunct="1">
              <a:spcBef>
                <a:spcPts val="1000"/>
              </a:spcBef>
              <a:buFont typeface="Arial" panose="020B0604020202020204" pitchFamily="34" charset="0"/>
            </a:pPr>
            <a:r>
              <a:rPr lang="en-US" altLang="ko-KR" sz="1800" b="1" dirty="0">
                <a:ln w="3175">
                  <a:solidFill>
                    <a:srgbClr val="FFFAEB">
                      <a:alpha val="1800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2024-01-01 </a:t>
            </a:r>
            <a:r>
              <a:rPr lang="ko-KR" altLang="en-US" sz="1800" b="1" dirty="0">
                <a:ln w="3175">
                  <a:solidFill>
                    <a:srgbClr val="FFFAEB">
                      <a:alpha val="1800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랩세미나</a:t>
            </a:r>
            <a:endParaRPr lang="ko-KR" altLang="en-US" sz="1800" b="1" kern="1200" dirty="0">
              <a:ln w="3175">
                <a:solidFill>
                  <a:srgbClr val="FFFAEB">
                    <a:alpha val="18000"/>
                  </a:srgb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DF58D76-F7BA-4440-A8D5-D50B4C092FBA}"/>
              </a:ext>
            </a:extLst>
          </p:cNvPr>
          <p:cNvSpPr/>
          <p:nvPr/>
        </p:nvSpPr>
        <p:spPr>
          <a:xfrm>
            <a:off x="3945411" y="2703050"/>
            <a:ext cx="4301178" cy="11792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80000"/>
              </a:lnSpc>
              <a:spcBef>
                <a:spcPct val="20000"/>
              </a:spcBef>
            </a:pPr>
            <a:r>
              <a:rPr lang="ko-KR" altLang="en-US" sz="2000" b="1" kern="1200" dirty="0">
                <a:ln w="3175">
                  <a:solidFill>
                    <a:srgbClr val="FFFAEB">
                      <a:alpha val="1800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인하대학교 컴퓨터공학과 학번 이름</a:t>
            </a:r>
            <a:endParaRPr lang="en-US" altLang="ko-KR" sz="2000" b="1" kern="1200" dirty="0">
              <a:ln w="3175">
                <a:solidFill>
                  <a:srgbClr val="FFFAEB">
                    <a:alpha val="18000"/>
                  </a:srgb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pPr algn="ctr">
              <a:lnSpc>
                <a:spcPct val="180000"/>
              </a:lnSpc>
              <a:spcBef>
                <a:spcPct val="20000"/>
              </a:spcBef>
            </a:pPr>
            <a:r>
              <a:rPr lang="en-US" altLang="ko-KR" sz="2000" b="1" kern="1200" dirty="0">
                <a:ln w="3175">
                  <a:solidFill>
                    <a:srgbClr val="FFFAEB">
                      <a:alpha val="1800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Intelligent Embedded SW </a:t>
            </a:r>
            <a:r>
              <a:rPr lang="ko-KR" altLang="en-US" sz="2000" b="1" kern="1200" dirty="0">
                <a:ln w="3175">
                  <a:solidFill>
                    <a:srgbClr val="FFFAEB">
                      <a:alpha val="1800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연구실</a:t>
            </a:r>
            <a:endParaRPr lang="en-US" altLang="ko-KR" sz="2000" b="1" kern="1200" dirty="0">
              <a:ln w="3175">
                <a:solidFill>
                  <a:srgbClr val="FFFAEB">
                    <a:alpha val="18000"/>
                  </a:srgbClr>
                </a:solidFill>
              </a:ln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cxnSp>
        <p:nvCxnSpPr>
          <p:cNvPr id="6" name="직선 연결선 12">
            <a:extLst>
              <a:ext uri="{FF2B5EF4-FFF2-40B4-BE49-F238E27FC236}">
                <a16:creationId xmlns:a16="http://schemas.microsoft.com/office/drawing/2014/main" id="{41CE866D-97DB-40E8-8841-EABA52E4C99B}"/>
              </a:ext>
            </a:extLst>
          </p:cNvPr>
          <p:cNvCxnSpPr>
            <a:cxnSpLocks/>
          </p:cNvCxnSpPr>
          <p:nvPr/>
        </p:nvCxnSpPr>
        <p:spPr>
          <a:xfrm>
            <a:off x="0" y="2756554"/>
            <a:ext cx="12192000" cy="0"/>
          </a:xfrm>
          <a:prstGeom prst="line">
            <a:avLst/>
          </a:prstGeom>
          <a:ln w="57150">
            <a:solidFill>
              <a:srgbClr val="9F18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47E500B3-65A5-4AED-A73F-8088EFCDB83A}"/>
                  </a:ext>
                </a:extLst>
              </p14:cNvPr>
              <p14:cNvContentPartPr/>
              <p14:nvPr/>
            </p14:nvContentPartPr>
            <p14:xfrm>
              <a:off x="4662360" y="2848680"/>
              <a:ext cx="360" cy="36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47E500B3-65A5-4AED-A73F-8088EFCDB83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53000" y="283932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801"/>
    </mc:Choice>
    <mc:Fallback xmlns="">
      <p:transition spd="slow" advTm="3580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A194E-B3CC-3D49-A7E4-7A60461EB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914377" eaLnBrk="0" fontAlgn="base" latinLnBrk="1" hangingPunct="0">
              <a:spcAft>
                <a:spcPct val="0"/>
              </a:spcAft>
              <a:defRPr/>
            </a:pPr>
            <a:r>
              <a:rPr lang="en-US" sz="3200" cap="small" dirty="0">
                <a:latin typeface="+mj-ea"/>
                <a:cs typeface="Tahoma" panose="020B0604030504040204" pitchFamily="34" charset="0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3F8EC-EE6B-3041-8975-35C757B55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087" y="934554"/>
            <a:ext cx="11847443" cy="571244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dirty="0">
                <a:latin typeface="+mn-ea"/>
              </a:rPr>
              <a:t>1. Overview</a:t>
            </a:r>
            <a:endParaRPr lang="en-US" altLang="ko-KR" b="1" dirty="0">
              <a:latin typeface="+mn-ea"/>
            </a:endParaRP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en-US" altLang="ko-KR" sz="2000" b="1" dirty="0">
                <a:latin typeface="+mn-ea"/>
              </a:rPr>
              <a:t>2. Related works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en-US" altLang="ko-KR" sz="2000" b="1" dirty="0">
                <a:latin typeface="+mn-ea"/>
              </a:rPr>
              <a:t>3. Main Topic1</a:t>
            </a:r>
          </a:p>
          <a:p>
            <a:pPr marL="685800" lvl="2">
              <a:lnSpc>
                <a:spcPct val="150000"/>
              </a:lnSpc>
              <a:spcBef>
                <a:spcPts val="1000"/>
              </a:spcBef>
              <a:buFontTx/>
              <a:buChar char="•"/>
            </a:pPr>
            <a:r>
              <a:rPr lang="en-US" altLang="ko-KR" b="1" dirty="0">
                <a:latin typeface="+mn-ea"/>
              </a:rPr>
              <a:t>subtopic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buNone/>
            </a:pPr>
            <a:r>
              <a:rPr lang="en-US" altLang="ko-KR" sz="2000" b="1" dirty="0">
                <a:latin typeface="+mn-ea"/>
              </a:rPr>
              <a:t>4. Main Topic2</a:t>
            </a:r>
          </a:p>
          <a:p>
            <a:pPr marL="685800" lvl="2">
              <a:lnSpc>
                <a:spcPct val="150000"/>
              </a:lnSpc>
              <a:spcBef>
                <a:spcPts val="1000"/>
              </a:spcBef>
              <a:buFontTx/>
              <a:buChar char="•"/>
            </a:pPr>
            <a:r>
              <a:rPr lang="en-US" altLang="ko-KR" b="1" dirty="0">
                <a:latin typeface="+mn-ea"/>
              </a:rPr>
              <a:t>subtopic</a:t>
            </a:r>
            <a:endParaRPr lang="en-US" altLang="ko-KR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>
                <a:latin typeface="+mn-ea"/>
              </a:rPr>
              <a:t>5. Evaluation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>
                <a:latin typeface="+mn-ea"/>
              </a:rPr>
              <a:t>6. Conclusion</a:t>
            </a:r>
          </a:p>
        </p:txBody>
      </p:sp>
    </p:spTree>
    <p:extLst>
      <p:ext uri="{BB962C8B-B14F-4D97-AF65-F5344CB8AC3E}">
        <p14:creationId xmlns:p14="http://schemas.microsoft.com/office/powerpoint/2010/main" val="4222940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A194E-B3CC-3D49-A7E4-7A60461EB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914377" eaLnBrk="0" fontAlgn="base" latinLnBrk="1" hangingPunct="0">
              <a:spcAft>
                <a:spcPct val="0"/>
              </a:spcAft>
              <a:defRPr/>
            </a:pPr>
            <a:r>
              <a:rPr lang="en-US" sz="3200" cap="small" dirty="0">
                <a:latin typeface="+mj-ea"/>
                <a:cs typeface="Tahoma" panose="020B0604030504040204" pitchFamily="34" charset="0"/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3F8EC-EE6B-3041-8975-35C757B55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087" y="934555"/>
            <a:ext cx="11847443" cy="540467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Tx/>
              <a:buChar char="•"/>
            </a:pPr>
            <a:r>
              <a:rPr lang="ko-KR" altLang="en-US" dirty="0">
                <a:latin typeface="+mn-ea"/>
                <a:cs typeface="Times New Roman" panose="02020603050405020304" pitchFamily="18" charset="0"/>
              </a:rPr>
              <a:t>부제</a:t>
            </a:r>
            <a:endParaRPr lang="en-US" altLang="ko-KR" dirty="0">
              <a:latin typeface="+mn-ea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buFontTx/>
              <a:buChar char="•"/>
            </a:pPr>
            <a:r>
              <a:rPr lang="ko-KR" altLang="en-US" dirty="0">
                <a:latin typeface="+mn-ea"/>
                <a:cs typeface="Times New Roman" panose="02020603050405020304" pitchFamily="18" charset="0"/>
              </a:rPr>
              <a:t>내용</a:t>
            </a:r>
            <a:endParaRPr lang="en-US" altLang="ko-KR" dirty="0">
              <a:latin typeface="+mn-ea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buFontTx/>
              <a:buChar char="•"/>
            </a:pPr>
            <a:endParaRPr lang="en-US" altLang="ko-KR" dirty="0"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Tx/>
              <a:buChar char="•"/>
            </a:pPr>
            <a:r>
              <a:rPr lang="ko-KR" altLang="en-US" dirty="0">
                <a:latin typeface="+mn-ea"/>
                <a:cs typeface="Times New Roman" panose="02020603050405020304" pitchFamily="18" charset="0"/>
              </a:rPr>
              <a:t>부제  </a:t>
            </a:r>
            <a:endParaRPr lang="en-US" altLang="ko-KR" dirty="0">
              <a:latin typeface="+mn-ea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buFontTx/>
              <a:buChar char="•"/>
            </a:pPr>
            <a:r>
              <a:rPr lang="ko-KR" altLang="en-US" dirty="0">
                <a:latin typeface="+mn-ea"/>
                <a:cs typeface="Times New Roman" panose="02020603050405020304" pitchFamily="18" charset="0"/>
              </a:rPr>
              <a:t>내용</a:t>
            </a:r>
            <a:endParaRPr lang="en-US" altLang="ko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buFontTx/>
              <a:buChar char="•"/>
            </a:pPr>
            <a:endParaRPr lang="en-US" altLang="ko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8C5692E-4360-B2C1-2AF3-DDB2EC3EF8CB}"/>
              </a:ext>
            </a:extLst>
          </p:cNvPr>
          <p:cNvSpPr/>
          <p:nvPr/>
        </p:nvSpPr>
        <p:spPr>
          <a:xfrm>
            <a:off x="985223" y="3024497"/>
            <a:ext cx="4642339" cy="28411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 예시</a:t>
            </a:r>
            <a:r>
              <a:rPr lang="en-US" altLang="ko-KR" dirty="0"/>
              <a:t>(</a:t>
            </a:r>
            <a:r>
              <a:rPr lang="ko-KR" altLang="en-US" dirty="0"/>
              <a:t>크게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9E095ED-FF01-AF31-8710-48523193F47F}"/>
              </a:ext>
            </a:extLst>
          </p:cNvPr>
          <p:cNvSpPr/>
          <p:nvPr/>
        </p:nvSpPr>
        <p:spPr>
          <a:xfrm>
            <a:off x="6463697" y="3024497"/>
            <a:ext cx="4642339" cy="28411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BCDDD3-D8D6-A9E9-8946-2B195803CD09}"/>
              </a:ext>
            </a:extLst>
          </p:cNvPr>
          <p:cNvSpPr txBox="1"/>
          <p:nvPr/>
        </p:nvSpPr>
        <p:spPr>
          <a:xfrm>
            <a:off x="149087" y="6339224"/>
            <a:ext cx="118474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Reference: [1] </a:t>
            </a:r>
            <a:r>
              <a:rPr lang="ko-KR" altLang="en-US" sz="1400" dirty="0"/>
              <a:t>링크</a:t>
            </a:r>
            <a:r>
              <a:rPr lang="en-US" altLang="ko-KR" sz="1400" dirty="0"/>
              <a:t>, [2] </a:t>
            </a:r>
            <a:r>
              <a:rPr lang="ko-KR" altLang="en-US" sz="1400" dirty="0"/>
              <a:t>링크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D18FA0-F6C8-7A2C-2D6F-0EAD5C62343B}"/>
              </a:ext>
            </a:extLst>
          </p:cNvPr>
          <p:cNvSpPr txBox="1"/>
          <p:nvPr/>
        </p:nvSpPr>
        <p:spPr>
          <a:xfrm>
            <a:off x="593337" y="2944110"/>
            <a:ext cx="391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[1]</a:t>
            </a:r>
            <a:endParaRPr lang="ko-KR" altLang="en-US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B8D895-F9C8-816B-F9E2-E1A81D05511C}"/>
              </a:ext>
            </a:extLst>
          </p:cNvPr>
          <p:cNvSpPr txBox="1"/>
          <p:nvPr/>
        </p:nvSpPr>
        <p:spPr>
          <a:xfrm>
            <a:off x="6080223" y="2944110"/>
            <a:ext cx="391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[2]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4961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A194E-B3CC-3D49-A7E4-7A60461EB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914377" eaLnBrk="0" fontAlgn="base" latinLnBrk="1" hangingPunct="0">
              <a:spcAft>
                <a:spcPct val="0"/>
              </a:spcAft>
              <a:defRPr/>
            </a:pPr>
            <a:r>
              <a:rPr lang="en-US" sz="3200" cap="small" dirty="0">
                <a:latin typeface="+mj-ea"/>
                <a:cs typeface="Tahoma" panose="020B0604030504040204" pitchFamily="34" charset="0"/>
              </a:rPr>
              <a:t>RELATED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3F8EC-EE6B-3041-8975-35C757B55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087" y="934555"/>
            <a:ext cx="11847443" cy="540467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Tx/>
              <a:buChar char="•"/>
            </a:pPr>
            <a:r>
              <a:rPr lang="ko-KR" altLang="en-US" dirty="0">
                <a:latin typeface="+mn-ea"/>
                <a:cs typeface="Times New Roman" panose="02020603050405020304" pitchFamily="18" charset="0"/>
              </a:rPr>
              <a:t>논문 제목</a:t>
            </a:r>
            <a:r>
              <a:rPr lang="en-US" altLang="ko-KR" dirty="0">
                <a:latin typeface="+mn-ea"/>
                <a:cs typeface="Times New Roman" panose="02020603050405020304" pitchFamily="18" charset="0"/>
              </a:rPr>
              <a:t>(</a:t>
            </a:r>
            <a:r>
              <a:rPr lang="ko-KR" altLang="en-US" dirty="0">
                <a:latin typeface="+mn-ea"/>
                <a:cs typeface="Times New Roman" panose="02020603050405020304" pitchFamily="18" charset="0"/>
              </a:rPr>
              <a:t>연도</a:t>
            </a:r>
            <a:r>
              <a:rPr lang="en-US" altLang="ko-KR" dirty="0">
                <a:latin typeface="+mn-ea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ct val="100000"/>
              </a:lnSpc>
              <a:buFontTx/>
              <a:buChar char="•"/>
            </a:pPr>
            <a:r>
              <a:rPr lang="ko-KR" altLang="en-US" dirty="0">
                <a:latin typeface="+mn-ea"/>
                <a:cs typeface="Times New Roman" panose="02020603050405020304" pitchFamily="18" charset="0"/>
              </a:rPr>
              <a:t>저자</a:t>
            </a:r>
            <a:endParaRPr lang="en-US" altLang="ko-KR" dirty="0">
              <a:latin typeface="+mn-ea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buFontTx/>
              <a:buChar char="•"/>
            </a:pPr>
            <a:r>
              <a:rPr lang="ko-KR" altLang="en-US" dirty="0" err="1">
                <a:latin typeface="+mn-ea"/>
                <a:cs typeface="Times New Roman" panose="02020603050405020304" pitchFamily="18" charset="0"/>
              </a:rPr>
              <a:t>논문지</a:t>
            </a:r>
            <a:endParaRPr lang="en-US" altLang="ko-KR" dirty="0">
              <a:latin typeface="+mn-ea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buFontTx/>
              <a:buChar char="•"/>
            </a:pPr>
            <a:r>
              <a:rPr lang="ko-KR" altLang="en-US" dirty="0">
                <a:latin typeface="+mn-ea"/>
                <a:cs typeface="Times New Roman" panose="02020603050405020304" pitchFamily="18" charset="0"/>
              </a:rPr>
              <a:t>출처 링크</a:t>
            </a:r>
            <a:r>
              <a:rPr lang="en-US" altLang="ko-KR" dirty="0">
                <a:latin typeface="+mn-ea"/>
                <a:cs typeface="Times New Roman" panose="02020603050405020304" pitchFamily="18" charset="0"/>
              </a:rPr>
              <a:t>: </a:t>
            </a:r>
          </a:p>
          <a:p>
            <a:pPr lvl="1">
              <a:lnSpc>
                <a:spcPct val="100000"/>
              </a:lnSpc>
              <a:buFontTx/>
              <a:buChar char="•"/>
            </a:pPr>
            <a:endParaRPr lang="en-US" altLang="ko-KR" dirty="0"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Tx/>
              <a:buChar char="•"/>
            </a:pPr>
            <a:r>
              <a:rPr lang="ko-KR" altLang="en-US" dirty="0">
                <a:latin typeface="+mn-ea"/>
                <a:cs typeface="Times New Roman" panose="02020603050405020304" pitchFamily="18" charset="0"/>
              </a:rPr>
              <a:t>부제  </a:t>
            </a:r>
            <a:endParaRPr lang="en-US" altLang="ko-KR" dirty="0">
              <a:latin typeface="+mn-ea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buFontTx/>
              <a:buChar char="•"/>
            </a:pPr>
            <a:r>
              <a:rPr lang="ko-KR" altLang="en-US" dirty="0">
                <a:latin typeface="+mn-ea"/>
                <a:cs typeface="Times New Roman" panose="02020603050405020304" pitchFamily="18" charset="0"/>
              </a:rPr>
              <a:t>내용</a:t>
            </a:r>
            <a:endParaRPr lang="en-US" altLang="ko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buFontTx/>
              <a:buChar char="•"/>
            </a:pPr>
            <a:endParaRPr lang="en-US" altLang="ko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0CB2B1-31EA-1A40-8552-80CAD5108CEC}"/>
              </a:ext>
            </a:extLst>
          </p:cNvPr>
          <p:cNvSpPr txBox="1"/>
          <p:nvPr/>
        </p:nvSpPr>
        <p:spPr>
          <a:xfrm>
            <a:off x="149087" y="6339224"/>
            <a:ext cx="118474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Reference: [1] </a:t>
            </a:r>
            <a:r>
              <a:rPr lang="ko-KR" altLang="en-US" sz="1400" dirty="0"/>
              <a:t>링크</a:t>
            </a:r>
            <a:r>
              <a:rPr lang="en-US" altLang="ko-KR" sz="1400" dirty="0"/>
              <a:t>, [2] </a:t>
            </a:r>
            <a:r>
              <a:rPr lang="ko-KR" altLang="en-US" sz="1400" dirty="0"/>
              <a:t>링크</a:t>
            </a:r>
          </a:p>
        </p:txBody>
      </p:sp>
    </p:spTree>
    <p:extLst>
      <p:ext uri="{BB962C8B-B14F-4D97-AF65-F5344CB8AC3E}">
        <p14:creationId xmlns:p14="http://schemas.microsoft.com/office/powerpoint/2010/main" val="212206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A194E-B3CC-3D49-A7E4-7A60461EB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914377" eaLnBrk="0" fontAlgn="base" latinLnBrk="1" hangingPunct="0">
              <a:spcAft>
                <a:spcPct val="0"/>
              </a:spcAft>
              <a:defRPr/>
            </a:pPr>
            <a:r>
              <a:rPr lang="en-US" altLang="ko-KR" sz="3200" cap="small" dirty="0">
                <a:latin typeface="+mj-ea"/>
                <a:cs typeface="Tahoma" panose="020B0604030504040204" pitchFamily="34" charset="0"/>
              </a:rPr>
              <a:t>Main Topic1</a:t>
            </a:r>
            <a:endParaRPr lang="en-US" sz="3200" cap="small" dirty="0">
              <a:latin typeface="+mj-ea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3F8EC-EE6B-3041-8975-35C757B55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087" y="934555"/>
            <a:ext cx="11847443" cy="540467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Tx/>
              <a:buChar char="•"/>
            </a:pPr>
            <a:r>
              <a:rPr lang="ko-KR" altLang="en-US" dirty="0">
                <a:latin typeface="+mn-ea"/>
                <a:cs typeface="Times New Roman" panose="02020603050405020304" pitchFamily="18" charset="0"/>
              </a:rPr>
              <a:t>세부 주제</a:t>
            </a:r>
            <a:endParaRPr lang="en-US" altLang="ko-KR" dirty="0">
              <a:latin typeface="+mn-ea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buFontTx/>
              <a:buChar char="•"/>
            </a:pPr>
            <a:r>
              <a:rPr lang="ko-KR" altLang="en-US" dirty="0">
                <a:latin typeface="+mn-ea"/>
                <a:cs typeface="Times New Roman" panose="02020603050405020304" pitchFamily="18" charset="0"/>
              </a:rPr>
              <a:t>내용</a:t>
            </a:r>
            <a:endParaRPr lang="en-US" altLang="ko-KR" dirty="0"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Tx/>
              <a:buChar char="•"/>
            </a:pPr>
            <a:endParaRPr lang="en-US" altLang="ko-KR" dirty="0"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Tx/>
              <a:buChar char="•"/>
            </a:pPr>
            <a:endParaRPr lang="en-US" altLang="ko-KR" dirty="0"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Tx/>
              <a:buChar char="•"/>
            </a:pPr>
            <a:r>
              <a:rPr lang="ko-KR" altLang="en-US" dirty="0">
                <a:latin typeface="+mn-ea"/>
                <a:cs typeface="Times New Roman" panose="02020603050405020304" pitchFamily="18" charset="0"/>
              </a:rPr>
              <a:t>세부 주제  </a:t>
            </a:r>
            <a:endParaRPr lang="en-US" altLang="ko-KR" dirty="0">
              <a:latin typeface="+mn-ea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buFontTx/>
              <a:buChar char="•"/>
            </a:pPr>
            <a:r>
              <a:rPr lang="ko-KR" altLang="en-US" dirty="0">
                <a:latin typeface="+mn-ea"/>
                <a:cs typeface="Times New Roman" panose="02020603050405020304" pitchFamily="18" charset="0"/>
              </a:rPr>
              <a:t>내용</a:t>
            </a:r>
            <a:endParaRPr lang="en-US" altLang="ko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buFontTx/>
              <a:buChar char="•"/>
            </a:pPr>
            <a:endParaRPr lang="en-US" altLang="ko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14622AD-AABF-AB33-4F11-1B1B0E058ED2}"/>
              </a:ext>
            </a:extLst>
          </p:cNvPr>
          <p:cNvSpPr/>
          <p:nvPr/>
        </p:nvSpPr>
        <p:spPr>
          <a:xfrm>
            <a:off x="7213514" y="1138597"/>
            <a:ext cx="4642339" cy="52006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 예시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1A74F3-C7B0-E9E1-E05D-5108CBB4A7A9}"/>
              </a:ext>
            </a:extLst>
          </p:cNvPr>
          <p:cNvSpPr txBox="1"/>
          <p:nvPr/>
        </p:nvSpPr>
        <p:spPr>
          <a:xfrm>
            <a:off x="149087" y="6339224"/>
            <a:ext cx="118474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Reference: [1] </a:t>
            </a:r>
            <a:r>
              <a:rPr lang="ko-KR" altLang="en-US" sz="1400" dirty="0"/>
              <a:t>링크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3252B0-A6BE-876B-571D-8E9DE8B7FEA3}"/>
              </a:ext>
            </a:extLst>
          </p:cNvPr>
          <p:cNvSpPr txBox="1"/>
          <p:nvPr/>
        </p:nvSpPr>
        <p:spPr>
          <a:xfrm>
            <a:off x="6821628" y="1042215"/>
            <a:ext cx="391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[1]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210078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A194E-B3CC-3D49-A7E4-7A60461EB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914377" eaLnBrk="0" fontAlgn="base" latinLnBrk="1" hangingPunct="0">
              <a:spcAft>
                <a:spcPct val="0"/>
              </a:spcAft>
              <a:defRPr/>
            </a:pPr>
            <a:r>
              <a:rPr lang="en-US" altLang="ko-KR" sz="3200" cap="small" dirty="0">
                <a:latin typeface="+mj-ea"/>
                <a:cs typeface="Tahoma" panose="020B0604030504040204" pitchFamily="34" charset="0"/>
              </a:rPr>
              <a:t>Main Topic2</a:t>
            </a:r>
            <a:endParaRPr lang="en-US" sz="3200" cap="small" dirty="0">
              <a:latin typeface="+mj-ea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3F8EC-EE6B-3041-8975-35C757B55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087" y="934555"/>
            <a:ext cx="11847443" cy="540467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Tx/>
              <a:buChar char="•"/>
            </a:pPr>
            <a:r>
              <a:rPr lang="ko-KR" altLang="en-US" dirty="0">
                <a:latin typeface="+mn-ea"/>
                <a:cs typeface="Times New Roman" panose="02020603050405020304" pitchFamily="18" charset="0"/>
              </a:rPr>
              <a:t>세부 주제</a:t>
            </a:r>
            <a:endParaRPr lang="en-US" altLang="ko-KR" dirty="0">
              <a:latin typeface="+mn-ea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buFontTx/>
              <a:buChar char="•"/>
            </a:pPr>
            <a:r>
              <a:rPr lang="ko-KR" altLang="en-US" dirty="0">
                <a:latin typeface="+mn-ea"/>
                <a:cs typeface="Times New Roman" panose="02020603050405020304" pitchFamily="18" charset="0"/>
              </a:rPr>
              <a:t>내용</a:t>
            </a:r>
            <a:endParaRPr lang="en-US" altLang="ko-KR" dirty="0"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Tx/>
              <a:buChar char="•"/>
            </a:pPr>
            <a:endParaRPr lang="en-US" altLang="ko-KR" dirty="0"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Tx/>
              <a:buChar char="•"/>
            </a:pPr>
            <a:endParaRPr lang="en-US" altLang="ko-KR" dirty="0"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Tx/>
              <a:buChar char="•"/>
            </a:pPr>
            <a:r>
              <a:rPr lang="ko-KR" altLang="en-US" dirty="0">
                <a:latin typeface="+mn-ea"/>
                <a:cs typeface="Times New Roman" panose="02020603050405020304" pitchFamily="18" charset="0"/>
              </a:rPr>
              <a:t>세부 주제  </a:t>
            </a:r>
            <a:endParaRPr lang="en-US" altLang="ko-KR" dirty="0">
              <a:latin typeface="+mn-ea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buFontTx/>
              <a:buChar char="•"/>
            </a:pPr>
            <a:r>
              <a:rPr lang="ko-KR" altLang="en-US" dirty="0">
                <a:latin typeface="+mn-ea"/>
                <a:cs typeface="Times New Roman" panose="02020603050405020304" pitchFamily="18" charset="0"/>
              </a:rPr>
              <a:t>내용</a:t>
            </a:r>
            <a:endParaRPr lang="en-US" altLang="ko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buFontTx/>
              <a:buChar char="•"/>
            </a:pPr>
            <a:endParaRPr lang="en-US" altLang="ko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14622AD-AABF-AB33-4F11-1B1B0E058ED2}"/>
              </a:ext>
            </a:extLst>
          </p:cNvPr>
          <p:cNvSpPr/>
          <p:nvPr/>
        </p:nvSpPr>
        <p:spPr>
          <a:xfrm>
            <a:off x="7213514" y="1138597"/>
            <a:ext cx="4642339" cy="52006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 예시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1A74F3-C7B0-E9E1-E05D-5108CBB4A7A9}"/>
              </a:ext>
            </a:extLst>
          </p:cNvPr>
          <p:cNvSpPr txBox="1"/>
          <p:nvPr/>
        </p:nvSpPr>
        <p:spPr>
          <a:xfrm>
            <a:off x="149087" y="6339224"/>
            <a:ext cx="118474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Reference: [1] </a:t>
            </a:r>
            <a:r>
              <a:rPr lang="ko-KR" altLang="en-US" sz="1400" dirty="0"/>
              <a:t>링크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3252B0-A6BE-876B-571D-8E9DE8B7FEA3}"/>
              </a:ext>
            </a:extLst>
          </p:cNvPr>
          <p:cNvSpPr txBox="1"/>
          <p:nvPr/>
        </p:nvSpPr>
        <p:spPr>
          <a:xfrm>
            <a:off x="6821628" y="1042215"/>
            <a:ext cx="391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[1]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32652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A194E-B3CC-3D49-A7E4-7A60461EB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914377" eaLnBrk="0" fontAlgn="base" latinLnBrk="1" hangingPunct="0">
              <a:spcAft>
                <a:spcPct val="0"/>
              </a:spcAft>
              <a:defRPr/>
            </a:pPr>
            <a:r>
              <a:rPr lang="en-US" sz="3200" cap="small" dirty="0">
                <a:latin typeface="+mj-ea"/>
                <a:cs typeface="Tahoma" panose="020B0604030504040204" pitchFamily="34" charset="0"/>
              </a:rPr>
              <a:t>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3F8EC-EE6B-3041-8975-35C757B55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087" y="934555"/>
            <a:ext cx="11847443" cy="5404670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buFontTx/>
              <a:buChar char="•"/>
            </a:pPr>
            <a:r>
              <a:rPr lang="ko-KR" altLang="en-US" dirty="0">
                <a:latin typeface="+mn-ea"/>
                <a:cs typeface="Times New Roman" panose="02020603050405020304" pitchFamily="18" charset="0"/>
              </a:rPr>
              <a:t>실험 환경 및 설명</a:t>
            </a:r>
            <a:endParaRPr lang="en-US" altLang="ko-KR" dirty="0">
              <a:latin typeface="+mn-ea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buFontTx/>
              <a:buChar char="•"/>
            </a:pPr>
            <a:r>
              <a:rPr lang="ko-KR" altLang="en-US" dirty="0" err="1">
                <a:latin typeface="+mn-ea"/>
                <a:cs typeface="Times New Roman" panose="02020603050405020304" pitchFamily="18" charset="0"/>
              </a:rPr>
              <a:t>하이퍼</a:t>
            </a:r>
            <a:r>
              <a:rPr lang="ko-KR" altLang="en-US" dirty="0">
                <a:latin typeface="+mn-ea"/>
                <a:cs typeface="Times New Roman" panose="02020603050405020304" pitchFamily="18" charset="0"/>
              </a:rPr>
              <a:t> 파라미터</a:t>
            </a:r>
            <a:endParaRPr lang="en-US" altLang="ko-KR" dirty="0">
              <a:latin typeface="+mn-ea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buFontTx/>
              <a:buChar char="•"/>
            </a:pPr>
            <a:r>
              <a:rPr lang="ko-KR" altLang="en-US" dirty="0">
                <a:latin typeface="+mn-ea"/>
                <a:cs typeface="Times New Roman" panose="02020603050405020304" pitchFamily="18" charset="0"/>
              </a:rPr>
              <a:t>데이터</a:t>
            </a:r>
            <a:endParaRPr lang="en-US" altLang="ko-KR" dirty="0">
              <a:latin typeface="+mn-ea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buFontTx/>
              <a:buChar char="•"/>
            </a:pPr>
            <a:r>
              <a:rPr lang="en-US" altLang="ko-KR" dirty="0">
                <a:latin typeface="+mn-ea"/>
                <a:cs typeface="Times New Roman" panose="02020603050405020304" pitchFamily="18" charset="0"/>
              </a:rPr>
              <a:t>…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dirty="0"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Tx/>
              <a:buChar char="•"/>
            </a:pPr>
            <a:r>
              <a:rPr lang="ko-KR" altLang="en-US" dirty="0">
                <a:latin typeface="+mn-ea"/>
                <a:cs typeface="Times New Roman" panose="02020603050405020304" pitchFamily="18" charset="0"/>
              </a:rPr>
              <a:t>실험 결과</a:t>
            </a:r>
            <a:endParaRPr lang="en-US" altLang="ko-KR" dirty="0">
              <a:latin typeface="+mn-ea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buFontTx/>
              <a:buChar char="•"/>
            </a:pPr>
            <a:r>
              <a:rPr lang="ko-KR" altLang="en-US" dirty="0">
                <a:latin typeface="+mn-ea"/>
                <a:cs typeface="Times New Roman" panose="02020603050405020304" pitchFamily="18" charset="0"/>
              </a:rPr>
              <a:t>결과 </a:t>
            </a:r>
            <a:endParaRPr lang="en-US" altLang="ko-KR" dirty="0">
              <a:latin typeface="+mn-ea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buFontTx/>
              <a:buChar char="•"/>
            </a:pPr>
            <a:r>
              <a:rPr lang="ko-KR" altLang="en-US" dirty="0">
                <a:latin typeface="+mn-ea"/>
                <a:cs typeface="Times New Roman" panose="02020603050405020304" pitchFamily="18" charset="0"/>
              </a:rPr>
              <a:t>결과 지표에 대한 설명</a:t>
            </a:r>
            <a:endParaRPr lang="en-US" altLang="ko-K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buFontTx/>
              <a:buChar char="•"/>
            </a:pPr>
            <a:r>
              <a:rPr lang="en-US" altLang="ko-KR" dirty="0">
                <a:latin typeface="+mn-ea"/>
                <a:cs typeface="Times New Roman" panose="02020603050405020304" pitchFamily="18" charset="0"/>
              </a:rPr>
              <a:t>…</a:t>
            </a:r>
          </a:p>
          <a:p>
            <a:pPr>
              <a:lnSpc>
                <a:spcPct val="100000"/>
              </a:lnSpc>
              <a:buFontTx/>
              <a:buChar char="•"/>
            </a:pPr>
            <a:endParaRPr lang="en-US" altLang="ko-KR" dirty="0"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Tx/>
              <a:buChar char="•"/>
            </a:pPr>
            <a:endParaRPr lang="en-US" altLang="ko-KR" dirty="0">
              <a:latin typeface="+mn-ea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dirty="0"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Tx/>
              <a:buChar char="•"/>
            </a:pPr>
            <a:r>
              <a:rPr lang="ko-KR" altLang="en-US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필요시 다른 연구원도 재현 가능한 실험 환경 설명 및 해석 가능한 실험 결과 설명 필수</a:t>
            </a:r>
            <a:endParaRPr lang="en-US" altLang="ko-KR" dirty="0">
              <a:solidFill>
                <a:srgbClr val="FF0000"/>
              </a:solidFill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Tx/>
              <a:buChar char="•"/>
            </a:pPr>
            <a:r>
              <a:rPr lang="ko-KR" altLang="en-US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정성적 자료보다는 정량적 자료 사용</a:t>
            </a:r>
            <a:endParaRPr lang="en-US" altLang="ko-KR" dirty="0">
              <a:solidFill>
                <a:srgbClr val="FF0000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14622AD-AABF-AB33-4F11-1B1B0E058ED2}"/>
              </a:ext>
            </a:extLst>
          </p:cNvPr>
          <p:cNvSpPr/>
          <p:nvPr/>
        </p:nvSpPr>
        <p:spPr>
          <a:xfrm>
            <a:off x="7640569" y="1047627"/>
            <a:ext cx="4149970" cy="26127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 예시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1A74F3-C7B0-E9E1-E05D-5108CBB4A7A9}"/>
              </a:ext>
            </a:extLst>
          </p:cNvPr>
          <p:cNvSpPr txBox="1"/>
          <p:nvPr/>
        </p:nvSpPr>
        <p:spPr>
          <a:xfrm>
            <a:off x="149087" y="6339224"/>
            <a:ext cx="118474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Reference: [1] </a:t>
            </a:r>
            <a:r>
              <a:rPr lang="ko-KR" altLang="en-US" sz="1400" dirty="0"/>
              <a:t>링크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3252B0-A6BE-876B-571D-8E9DE8B7FEA3}"/>
              </a:ext>
            </a:extLst>
          </p:cNvPr>
          <p:cNvSpPr txBox="1"/>
          <p:nvPr/>
        </p:nvSpPr>
        <p:spPr>
          <a:xfrm>
            <a:off x="7183369" y="1010524"/>
            <a:ext cx="391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[1]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1399433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A194E-B3CC-3D49-A7E4-7A60461EB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defTabSz="914377" eaLnBrk="0" fontAlgn="base" latinLnBrk="1" hangingPunct="0">
              <a:spcAft>
                <a:spcPct val="0"/>
              </a:spcAft>
              <a:defRPr/>
            </a:pPr>
            <a:r>
              <a:rPr lang="en-US" altLang="ko-KR" sz="3200" cap="small" dirty="0">
                <a:latin typeface="+mj-ea"/>
                <a:cs typeface="Tahoma" panose="020B0604030504040204" pitchFamily="34" charset="0"/>
              </a:rPr>
              <a:t>Conclusion</a:t>
            </a:r>
            <a:endParaRPr lang="en-US" sz="3200" cap="small" dirty="0">
              <a:latin typeface="+mj-ea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3F8EC-EE6B-3041-8975-35C757B55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087" y="934555"/>
            <a:ext cx="11847443" cy="540467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Tx/>
              <a:buChar char="•"/>
            </a:pPr>
            <a:r>
              <a:rPr lang="ko-KR" altLang="en-US" dirty="0">
                <a:latin typeface="+mn-ea"/>
                <a:cs typeface="Times New Roman" panose="02020603050405020304" pitchFamily="18" charset="0"/>
              </a:rPr>
              <a:t>세부 주제</a:t>
            </a:r>
            <a:endParaRPr lang="en-US" altLang="ko-KR" dirty="0">
              <a:latin typeface="+mn-ea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buFontTx/>
              <a:buChar char="•"/>
            </a:pPr>
            <a:r>
              <a:rPr lang="ko-KR" altLang="en-US" dirty="0">
                <a:latin typeface="+mn-ea"/>
                <a:cs typeface="Times New Roman" panose="02020603050405020304" pitchFamily="18" charset="0"/>
              </a:rPr>
              <a:t>내용</a:t>
            </a:r>
            <a:endParaRPr lang="en-US" altLang="ko-KR" dirty="0">
              <a:latin typeface="+mn-ea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dirty="0"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Tx/>
              <a:buChar char="•"/>
            </a:pPr>
            <a:r>
              <a:rPr lang="ko-KR" altLang="en-US" dirty="0">
                <a:latin typeface="+mn-ea"/>
                <a:cs typeface="Times New Roman" panose="02020603050405020304" pitchFamily="18" charset="0"/>
              </a:rPr>
              <a:t>세부 주제</a:t>
            </a:r>
            <a:endParaRPr lang="en-US" altLang="ko-KR" dirty="0">
              <a:latin typeface="+mn-ea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  <a:buFontTx/>
              <a:buChar char="•"/>
            </a:pPr>
            <a:r>
              <a:rPr lang="ko-KR" altLang="en-US" dirty="0">
                <a:latin typeface="+mn-ea"/>
                <a:cs typeface="Times New Roman" panose="02020603050405020304" pitchFamily="18" charset="0"/>
              </a:rPr>
              <a:t>내용</a:t>
            </a:r>
            <a:endParaRPr lang="en-US" altLang="ko-KR" dirty="0"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FontTx/>
              <a:buChar char="•"/>
            </a:pPr>
            <a:endParaRPr lang="en-US" altLang="ko-KR" dirty="0"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1361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resentationLoa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esentationLoad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rot="0" spcFirstLastPara="0" vertOverflow="overflow" horzOverflow="overflow" vert="horz" wrap="none" lIns="90000" tIns="46800" rIns="90000" bIns="4680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resentationLoad 1">
        <a:dk1>
          <a:srgbClr val="000000"/>
        </a:dk1>
        <a:lt1>
          <a:srgbClr val="FFFFFF"/>
        </a:lt1>
        <a:dk2>
          <a:srgbClr val="004074"/>
        </a:dk2>
        <a:lt2>
          <a:srgbClr val="737373"/>
        </a:lt2>
        <a:accent1>
          <a:srgbClr val="2A79D0"/>
        </a:accent1>
        <a:accent2>
          <a:srgbClr val="919191"/>
        </a:accent2>
        <a:accent3>
          <a:srgbClr val="FFFFFF"/>
        </a:accent3>
        <a:accent4>
          <a:srgbClr val="000000"/>
        </a:accent4>
        <a:accent5>
          <a:srgbClr val="ACBEE4"/>
        </a:accent5>
        <a:accent6>
          <a:srgbClr val="838383"/>
        </a:accent6>
        <a:hlink>
          <a:srgbClr val="AEAFAE"/>
        </a:hlink>
        <a:folHlink>
          <a:srgbClr val="C9C9C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Load 2">
        <a:dk1>
          <a:srgbClr val="000000"/>
        </a:dk1>
        <a:lt1>
          <a:srgbClr val="FFFFFF"/>
        </a:lt1>
        <a:dk2>
          <a:srgbClr val="38520E"/>
        </a:dk2>
        <a:lt2>
          <a:srgbClr val="737373"/>
        </a:lt2>
        <a:accent1>
          <a:srgbClr val="6B9B1A"/>
        </a:accent1>
        <a:accent2>
          <a:srgbClr val="919191"/>
        </a:accent2>
        <a:accent3>
          <a:srgbClr val="FFFFFF"/>
        </a:accent3>
        <a:accent4>
          <a:srgbClr val="000000"/>
        </a:accent4>
        <a:accent5>
          <a:srgbClr val="BACBAB"/>
        </a:accent5>
        <a:accent6>
          <a:srgbClr val="838383"/>
        </a:accent6>
        <a:hlink>
          <a:srgbClr val="AEAEAE"/>
        </a:hlink>
        <a:folHlink>
          <a:srgbClr val="C9C9C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Load 3">
        <a:dk1>
          <a:srgbClr val="000000"/>
        </a:dk1>
        <a:lt1>
          <a:srgbClr val="FFFFFF"/>
        </a:lt1>
        <a:dk2>
          <a:srgbClr val="E24203"/>
        </a:dk2>
        <a:lt2>
          <a:srgbClr val="737373"/>
        </a:lt2>
        <a:accent1>
          <a:srgbClr val="FEA501"/>
        </a:accent1>
        <a:accent2>
          <a:srgbClr val="919191"/>
        </a:accent2>
        <a:accent3>
          <a:srgbClr val="FFFFFF"/>
        </a:accent3>
        <a:accent4>
          <a:srgbClr val="000000"/>
        </a:accent4>
        <a:accent5>
          <a:srgbClr val="FECFAA"/>
        </a:accent5>
        <a:accent6>
          <a:srgbClr val="838383"/>
        </a:accent6>
        <a:hlink>
          <a:srgbClr val="AEAEAE"/>
        </a:hlink>
        <a:folHlink>
          <a:srgbClr val="C9C9C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Load 4">
        <a:dk1>
          <a:srgbClr val="000000"/>
        </a:dk1>
        <a:lt1>
          <a:srgbClr val="FFFFFF"/>
        </a:lt1>
        <a:dk2>
          <a:srgbClr val="A80404"/>
        </a:dk2>
        <a:lt2>
          <a:srgbClr val="737373"/>
        </a:lt2>
        <a:accent1>
          <a:srgbClr val="D03737"/>
        </a:accent1>
        <a:accent2>
          <a:srgbClr val="919191"/>
        </a:accent2>
        <a:accent3>
          <a:srgbClr val="FFFFFF"/>
        </a:accent3>
        <a:accent4>
          <a:srgbClr val="000000"/>
        </a:accent4>
        <a:accent5>
          <a:srgbClr val="E4AEAE"/>
        </a:accent5>
        <a:accent6>
          <a:srgbClr val="838383"/>
        </a:accent6>
        <a:hlink>
          <a:srgbClr val="AEAEAE"/>
        </a:hlink>
        <a:folHlink>
          <a:srgbClr val="C9C9C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Load 5">
        <a:dk1>
          <a:srgbClr val="000000"/>
        </a:dk1>
        <a:lt1>
          <a:srgbClr val="FFFFFF"/>
        </a:lt1>
        <a:dk2>
          <a:srgbClr val="5F4B3B"/>
        </a:dk2>
        <a:lt2>
          <a:srgbClr val="737373"/>
        </a:lt2>
        <a:accent1>
          <a:srgbClr val="C8A058"/>
        </a:accent1>
        <a:accent2>
          <a:srgbClr val="919191"/>
        </a:accent2>
        <a:accent3>
          <a:srgbClr val="FFFFFF"/>
        </a:accent3>
        <a:accent4>
          <a:srgbClr val="000000"/>
        </a:accent4>
        <a:accent5>
          <a:srgbClr val="E0CDB4"/>
        </a:accent5>
        <a:accent6>
          <a:srgbClr val="838383"/>
        </a:accent6>
        <a:hlink>
          <a:srgbClr val="AEAFAE"/>
        </a:hlink>
        <a:folHlink>
          <a:srgbClr val="C9C9C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Load 6">
        <a:dk1>
          <a:srgbClr val="737373"/>
        </a:dk1>
        <a:lt1>
          <a:srgbClr val="FFFFFF"/>
        </a:lt1>
        <a:dk2>
          <a:srgbClr val="000000"/>
        </a:dk2>
        <a:lt2>
          <a:srgbClr val="004074"/>
        </a:lt2>
        <a:accent1>
          <a:srgbClr val="2A79D0"/>
        </a:accent1>
        <a:accent2>
          <a:srgbClr val="919191"/>
        </a:accent2>
        <a:accent3>
          <a:srgbClr val="AAAAAA"/>
        </a:accent3>
        <a:accent4>
          <a:srgbClr val="DADADA"/>
        </a:accent4>
        <a:accent5>
          <a:srgbClr val="ACBEE4"/>
        </a:accent5>
        <a:accent6>
          <a:srgbClr val="838383"/>
        </a:accent6>
        <a:hlink>
          <a:srgbClr val="AEAEAE"/>
        </a:hlink>
        <a:folHlink>
          <a:srgbClr val="C9C9C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tionLoad 7">
        <a:dk1>
          <a:srgbClr val="737373"/>
        </a:dk1>
        <a:lt1>
          <a:srgbClr val="FFFFFF"/>
        </a:lt1>
        <a:dk2>
          <a:srgbClr val="000000"/>
        </a:dk2>
        <a:lt2>
          <a:srgbClr val="38520E"/>
        </a:lt2>
        <a:accent1>
          <a:srgbClr val="6B9B1A"/>
        </a:accent1>
        <a:accent2>
          <a:srgbClr val="919191"/>
        </a:accent2>
        <a:accent3>
          <a:srgbClr val="AAAAAA"/>
        </a:accent3>
        <a:accent4>
          <a:srgbClr val="DADADA"/>
        </a:accent4>
        <a:accent5>
          <a:srgbClr val="BACBAB"/>
        </a:accent5>
        <a:accent6>
          <a:srgbClr val="838383"/>
        </a:accent6>
        <a:hlink>
          <a:srgbClr val="AEAEAE"/>
        </a:hlink>
        <a:folHlink>
          <a:srgbClr val="C9C9C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tionLoad 8">
        <a:dk1>
          <a:srgbClr val="737373"/>
        </a:dk1>
        <a:lt1>
          <a:srgbClr val="FFFFFF"/>
        </a:lt1>
        <a:dk2>
          <a:srgbClr val="000000"/>
        </a:dk2>
        <a:lt2>
          <a:srgbClr val="E24203"/>
        </a:lt2>
        <a:accent1>
          <a:srgbClr val="FEA501"/>
        </a:accent1>
        <a:accent2>
          <a:srgbClr val="919191"/>
        </a:accent2>
        <a:accent3>
          <a:srgbClr val="AAAAAA"/>
        </a:accent3>
        <a:accent4>
          <a:srgbClr val="DADADA"/>
        </a:accent4>
        <a:accent5>
          <a:srgbClr val="FECFAA"/>
        </a:accent5>
        <a:accent6>
          <a:srgbClr val="838383"/>
        </a:accent6>
        <a:hlink>
          <a:srgbClr val="AEAEAE"/>
        </a:hlink>
        <a:folHlink>
          <a:srgbClr val="C9C9C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tionLoad 9">
        <a:dk1>
          <a:srgbClr val="737373"/>
        </a:dk1>
        <a:lt1>
          <a:srgbClr val="FFFFFF"/>
        </a:lt1>
        <a:dk2>
          <a:srgbClr val="000000"/>
        </a:dk2>
        <a:lt2>
          <a:srgbClr val="A80404"/>
        </a:lt2>
        <a:accent1>
          <a:srgbClr val="D03737"/>
        </a:accent1>
        <a:accent2>
          <a:srgbClr val="919191"/>
        </a:accent2>
        <a:accent3>
          <a:srgbClr val="AAAAAA"/>
        </a:accent3>
        <a:accent4>
          <a:srgbClr val="DADADA"/>
        </a:accent4>
        <a:accent5>
          <a:srgbClr val="E4AEAE"/>
        </a:accent5>
        <a:accent6>
          <a:srgbClr val="838383"/>
        </a:accent6>
        <a:hlink>
          <a:srgbClr val="AEAEAE"/>
        </a:hlink>
        <a:folHlink>
          <a:srgbClr val="C9C9C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tionLoad 10">
        <a:dk1>
          <a:srgbClr val="737373"/>
        </a:dk1>
        <a:lt1>
          <a:srgbClr val="FFFFFF"/>
        </a:lt1>
        <a:dk2>
          <a:srgbClr val="000000"/>
        </a:dk2>
        <a:lt2>
          <a:srgbClr val="5F4B3B"/>
        </a:lt2>
        <a:accent1>
          <a:srgbClr val="C8A058"/>
        </a:accent1>
        <a:accent2>
          <a:srgbClr val="919191"/>
        </a:accent2>
        <a:accent3>
          <a:srgbClr val="AAAAAA"/>
        </a:accent3>
        <a:accent4>
          <a:srgbClr val="DADADA"/>
        </a:accent4>
        <a:accent5>
          <a:srgbClr val="E0CDB4"/>
        </a:accent5>
        <a:accent6>
          <a:srgbClr val="838383"/>
        </a:accent6>
        <a:hlink>
          <a:srgbClr val="AEAEAE"/>
        </a:hlink>
        <a:folHlink>
          <a:srgbClr val="C9C9C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esentationLoad 1">
        <a:dk1>
          <a:srgbClr val="000000"/>
        </a:dk1>
        <a:lt1>
          <a:srgbClr val="FFFFFF"/>
        </a:lt1>
        <a:dk2>
          <a:srgbClr val="38520E"/>
        </a:dk2>
        <a:lt2>
          <a:srgbClr val="737373"/>
        </a:lt2>
        <a:accent1>
          <a:srgbClr val="6B9B1A"/>
        </a:accent1>
        <a:accent2>
          <a:srgbClr val="919191"/>
        </a:accent2>
        <a:accent3>
          <a:srgbClr val="FFFFFF"/>
        </a:accent3>
        <a:accent4>
          <a:srgbClr val="000000"/>
        </a:accent4>
        <a:accent5>
          <a:srgbClr val="BACBAB"/>
        </a:accent5>
        <a:accent6>
          <a:srgbClr val="838383"/>
        </a:accent6>
        <a:hlink>
          <a:srgbClr val="AEAEAE"/>
        </a:hlink>
        <a:folHlink>
          <a:srgbClr val="C9C9C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41767</TotalTime>
  <Words>188</Words>
  <Application>Microsoft Macintosh PowerPoint</Application>
  <PresentationFormat>와이드스크린</PresentationFormat>
  <Paragraphs>85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8</vt:i4>
      </vt:variant>
    </vt:vector>
  </HeadingPairs>
  <TitlesOfParts>
    <vt:vector size="18" baseType="lpstr">
      <vt:lpstr>Calibri</vt:lpstr>
      <vt:lpstr>Wingdings</vt:lpstr>
      <vt:lpstr>맑은 고딕</vt:lpstr>
      <vt:lpstr>Calibri Light</vt:lpstr>
      <vt:lpstr>Arial</vt:lpstr>
      <vt:lpstr>HY견고딕</vt:lpstr>
      <vt:lpstr>Times New Roman</vt:lpstr>
      <vt:lpstr>Office Theme</vt:lpstr>
      <vt:lpstr>PresentationLoad</vt:lpstr>
      <vt:lpstr>Office 테마</vt:lpstr>
      <vt:lpstr>Title</vt:lpstr>
      <vt:lpstr>Contents</vt:lpstr>
      <vt:lpstr>OVERVIEW</vt:lpstr>
      <vt:lpstr>RELATED WORKS</vt:lpstr>
      <vt:lpstr>Main Topic1</vt:lpstr>
      <vt:lpstr>Main Topic2</vt:lpstr>
      <vt:lpstr>EVALUATION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IESW PPT</dc:title>
  <dc:creator>Jinman Jung</dc:creator>
  <cp:lastModifiedBy>박지원</cp:lastModifiedBy>
  <cp:revision>1425</cp:revision>
  <dcterms:created xsi:type="dcterms:W3CDTF">2020-03-19T23:52:39Z</dcterms:created>
  <dcterms:modified xsi:type="dcterms:W3CDTF">2024-01-25T05:26:54Z</dcterms:modified>
</cp:coreProperties>
</file>